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10607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91F24"/>
                </a:solidFill>
                <a:latin typeface="Microsoft YaHei"/>
              </a:rPr>
              <a:t>Worm V6 双模态全向运动训练进展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53312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5D676F"/>
                </a:solidFill>
                <a:latin typeface="Microsoft YaHei"/>
              </a:rPr>
              <a:t>蛇形 + 蠕虫 gait prior，PPO residual，latent gait gate，实机可部署观测契约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93392"/>
            <a:ext cx="52120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04288"/>
            <a:ext cx="4663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当前最强证据：V90 flat 35-command nominal/robust strict scan 全部 accepted</a:t>
            </a:r>
          </a:p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接口保持实机兼容：80D obs，12D action = 11D residual + 1D gait gate</a:t>
            </a:r>
          </a:p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仍不宣称无限制全向：mixed vx/vy 幅值误差与串扰仍需继续训练</a:t>
            </a:r>
          </a:p>
        </p:txBody>
      </p:sp>
      <p:pic>
        <p:nvPicPr>
          <p:cNvPr id="6" name="Picture 5" descr="video_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8800"/>
            <a:ext cx="5212080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80760"/>
            <a:ext cx="8961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969B0"/>
                </a:solidFill>
                <a:latin typeface="Microsoft YaHei"/>
              </a:rPr>
              <a:t>V93b nominal 通过但 robust mixed vx/vy 仍错号；V90/V92b 仍是当前汇报基线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这次汇报先讲清楚边界：不是麦克纳姆轮式“任意全向”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6984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蛇/蠕虫机器人靠身体-地面摩擦推进，vx、vy、yaw 不是独立轮式驱动通道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52044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2969B0"/>
                </a:solidFill>
                <a:latin typeface="Microsoft YaHei"/>
              </a:rPr>
              <a:t>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在可行速度包络内跟踪 body-frame vx, vy, yaw_rate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让蛇形与蠕虫步态都参与，而不是固定单一 gait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观测量必须能从真实机器人获得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52044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64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12897E"/>
                </a:solidFill>
                <a:latin typeface="Microsoft YaHei"/>
              </a:rPr>
              <a:t>当前最好说法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057400"/>
            <a:ext cx="29718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finite-envelope command-conditioned multimodal planar locomotion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flat 地形上通过 35-command nominal/robust strict scan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不是所有连续速度都已高精度跟踪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417320"/>
            <a:ext cx="278892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66420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CC7722"/>
                </a:solidFill>
                <a:latin typeface="Microsoft YaHei"/>
              </a:rPr>
              <a:t>剩余风险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05740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mixed vx/vy 幅值误差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off-axis crosstalk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纯 yaw 会有平移漂移风险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sand/slope 尚未正式迁移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机器人接口按实机部署设计：每节 encoder + IMU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53035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64208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2969B0"/>
                </a:solidFill>
                <a:latin typeface="Microsoft YaHei"/>
              </a:rPr>
              <a:t>80D Observation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4672" y="2148840"/>
          <a:ext cx="480060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</a:tblGrid>
              <a:tr h="3943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Dim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vx, vy, yaw_rate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joint_pos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 slide + 5 yaw encoders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joint_vel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encoder velocity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previous_action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last deployed motor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segment_gravity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7 IMU projected gravity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segment_gyro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7 IMU angular 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phase_clock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sin/cos, 1s 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172200" y="1417320"/>
            <a:ext cx="525780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64208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2897E"/>
                </a:solidFill>
                <a:latin typeface="Microsoft YaHei"/>
              </a:rPr>
              <a:t>12D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148840"/>
            <a:ext cx="4526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11D residual motor action：在 gait prior 上做修正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1D learned latent gait gate z_g：连续混合 peristaltic 与 serpentine priors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部署动作：prior + scaled residual + EMA/saturation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actor / critic: MLP 512-256-128, SB3 ActorCriticPolicy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8348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论文可写：The policy outputs an 11-dimensional residual motor action and a one-dimensional learned latent gait gate z_g.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控制结构：gait prior 给稳定节律，PPO 学残差与门控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728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vx, vy, yaw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15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063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80D obs -&gt; 12D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223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z_g blends worm/snake priors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Prior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CMA-ES rhythmic motor primitives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839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644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Adapter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residual + EMA + saturation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2980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952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Robot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295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6 slide + 5 yaw joints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605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和文献里的 CPG + RL 思路一致：不让网络从零裸学全部电机波形。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V50 componentwise mixed-command composition 被实验否定，当前默认是 hardcase-gated directional adapter。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V93b 从 V92b final 继续后 nominal 通过，但 robust mixed_vx_vy 仍有 1 个方向错号。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最新定量结果：V90 是当前最强 flat 验收候选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90_metri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6217920" cy="2971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389888"/>
          <a:ext cx="4480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760"/>
                <a:gridCol w="746760"/>
                <a:gridCol w="746760"/>
                <a:gridCol w="746760"/>
                <a:gridCol w="746760"/>
                <a:gridCol w="746760"/>
              </a:tblGrid>
              <a:tr h="5029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Case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Accepted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RMSE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 RMSE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Wrong sign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Exceed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best_nominal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best_robust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final_nominal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final_robust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3, off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7091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V90 best/final 的 nominal 与 robust 35-command strict analysis 全部 accepted。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robust 条件包含 encoder/IMU noise、1 step action delay、0.90 action saturation。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限制：accepted 不代表每个命令都无误差；仍有 planar exceed / off-axis exceed。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3977639"/>
            <a:ext cx="429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800">
                <a:solidFill>
                  <a:srgbClr val="5D676F"/>
                </a:solidFill>
                <a:latin typeface="Microsoft YaHei"/>
              </a:defRPr>
            </a:pPr>
            <a:r>
              <a:t>V92b 已完成 strict scan：final_nominal/final_robust accepted，但 best_robust 有 1 个 planar sign fail。</a:t>
            </a:r>
          </a:p>
          <a:p>
            <a:pPr>
              <a:spcAft>
                <a:spcPts val="288"/>
              </a:spcAft>
              <a:defRPr sz="800">
                <a:solidFill>
                  <a:srgbClr val="5D676F"/>
                </a:solidFill>
                <a:latin typeface="Microsoft YaHei"/>
              </a:defRPr>
            </a:pPr>
            <a:r>
              <a:t>结论：V92b final 是下一轮视频/ablation 候选；V90 仍是最稳的 all-checkpoint 基线。</a:t>
            </a:r>
          </a:p>
          <a:p>
            <a:pPr>
              <a:spcAft>
                <a:spcPts val="288"/>
              </a:spcAft>
              <a:defRPr sz="800">
                <a:solidFill>
                  <a:srgbClr val="5D676F"/>
                </a:solidFill>
                <a:latin typeface="Microsoft YaHei"/>
              </a:defRPr>
            </a:pPr>
            <a:r>
              <a:t>V92b final_robust: planar RMSE 0.061 m/s, yaw RMSE 0.020 rad/s, planar/off-axis exceed 1/1.</a:t>
            </a:r>
          </a:p>
          <a:p>
            <a:pPr>
              <a:spcAft>
                <a:spcPts val="288"/>
              </a:spcAft>
              <a:defRPr sz="800">
                <a:solidFill>
                  <a:srgbClr val="5D676F"/>
                </a:solidFill>
                <a:latin typeface="Microsoft YaHei"/>
              </a:defRPr>
            </a:pPr>
            <a:r>
              <a:t>V93b 已完成：best/final 的 nominal 均 accepted；best/final robust 均失败。</a:t>
            </a:r>
          </a:p>
          <a:p>
            <a:pPr>
              <a:spcAft>
                <a:spcPts val="288"/>
              </a:spcAft>
              <a:defRPr sz="800">
                <a:solidFill>
                  <a:srgbClr val="5D676F"/>
                </a:solidFill>
                <a:latin typeface="Microsoft YaHei"/>
              </a:defRPr>
            </a:pPr>
            <a:r>
              <a:t>失败条件非常集中：robust 下 cmd=(0.05, 0.075, 0) 出现负向 vx 投影，仍属 mixed_vx_vy counterexample。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视频展示页：六方向 + 连续速度变化 + hard diagonal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deo_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7498079" cy="47548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58200" y="1325880"/>
          <a:ext cx="278892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7230"/>
                <a:gridCol w="697230"/>
                <a:gridCol w="697230"/>
                <a:gridCol w="697230"/>
              </a:tblGrid>
              <a:tr h="406908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Speed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continuous_sweep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-18.51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69.55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hard_forward_left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-1.47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hard_forward_right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-55.70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lateral_left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5.28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lateral_right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-37.63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-24.98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190488"/>
            <a:ext cx="10332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5D676F"/>
                </a:solidFill>
                <a:latin typeface="Microsoft YaHei"/>
              </a:rPr>
              <a:t>视频目录：D:\inovxio\thirdparty\simulation\worm_project\record\current\flat_omni_v86b_server_robust_forward_left_videos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轨迹和时程图：看的是每个体节的绝对轨迹，不再全部从 0 起画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inuous_sweep_24s_1080p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5715000" cy="4069080"/>
          </a:xfrm>
          <a:prstGeom prst="rect">
            <a:avLst/>
          </a:prstGeom>
        </p:spPr>
      </p:pic>
      <p:pic>
        <p:nvPicPr>
          <p:cNvPr id="5" name="Picture 4" descr="continuous_sweep_24s_1080p_tele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530352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650992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左：head + segment 1-6 的世界坐标 XY 轨迹、body-frame forward/lateral/Z 时程。</a:t>
            </a:r>
          </a:p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右：命令速度 vs 实测速度、learned gate、prior/residual/applied action heatmap。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训练版本演进：问题从“方向不分”推进到“混合命令误差/串扰”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325880"/>
          <a:ext cx="1078992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5517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做了什么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主要结论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V13-V29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vx/vy/yaw 初始课程 + speed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能动但 yaw 与 lateral 弱，误差大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V35-V41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轴向/横向/yaw 分离修复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 drift 降低，lateral 仍不稳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V50-V59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mixed command composition / hardcase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V50 组合路径被否定，需 gated 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V70-V77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服务器 robust hardcase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重复 sign failure 被压住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V85b-V90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mixed-planar + yaw-preserve 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V90 通过 nominal/robust strict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V91-V92b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继续训练，低 yaw 包络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V91 退化；V92b final accepted，但 best_robust 暴露 mixed sign 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596128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现在不再只看 PPO reward；模型选择按 strict scan、方向符号、off-axis、zero drift、yaw-only 漂移。</a:t>
            </a:r>
          </a:p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服务器训练为正式路径；本机只做脚本、文档、轻量验证和 PPT。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机械建模：真实 slide 是单向拉绳收缩 + 钢片被动回弹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512064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6420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969B0"/>
                </a:solidFill>
                <a:latin typeface="Microsoft YaHei"/>
              </a:rPr>
              <a:t>当前 MuJoCo 训练模型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全身训练使用等效 slide spring：约 300 N/m，阻尼 10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视觉钢片由 box 段渲染，随体节姿态更新，不参与受力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优点：稳定、快，适合 PPO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12064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6420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2897E"/>
                </a:solidFill>
                <a:latin typeface="Microsoft YaHei"/>
              </a:rPr>
              <a:t>论文/实机下一步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单节高保真 cable-strip 标定：力-位移曲线拟合 k_eq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真实机构用 unilateral cable/tendon：电机只拉不推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用拉伸试验机采集钢片力-位移和动态释放数据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文献对比：我们不是从零裸学电机，而是 prior + residual +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0292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Literature line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代表工作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对我们的启发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CPG +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 et al. 2020/2023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稳定节律由 CPG/prior 产生，RL 调 CPG 输入或残差；支持我们 prior + residual 路线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contact-aware CPG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Liu, Onal &amp; Fu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接触/环境反馈进入节律控制；提示后续 sand/slope 不能只靠网络容量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snake DRL gait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Shi, Dear &amp; Kelly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DRL 能生成 terrestrial/aquatic snake gait，但核心是 gait generation，不是无限制全向跟踪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peristaltic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Saga et al. 2016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蠕动机器人可以用 Actor-Critic 学多节收缩波；对应我们的 worm prior 与轴向推进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sidewinding on sand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Marvi et al. 2014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沙地/坡地关键是接触长度和 slip 管理；后续 terrain 迁移要加入接触指标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velocity-command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Margolis et al.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速度命令要用 curriculum 和可行速度域；高线速+高 yaw 组合可能物理不可行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latent gait space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Mitchell et al.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多 gait latent space 需要 ablation 证明可解释性；对应我们的 learned gait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snake target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Bing et al.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蛇形 RL 也常把任务写成目标/路径跟踪；我们的论文应强调 body-frame command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596128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969B0"/>
                </a:solidFill>
                <a:latin typeface="Microsoft YaHei"/>
              </a:rPr>
              <a:t>结论：我们的创新定位应是“可部署观测契约 + 双模态 gait prior + 学习 gate + 有限包络速度跟踪”。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论文创新点：先守住能证明的贡献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2969B0"/>
                </a:solidFill>
                <a:latin typeface="Microsoft YaHei"/>
              </a:rPr>
              <a:t>C1 实机观测契约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80D obs 全来自命令、编码器、IMU、上一动作和 phase clock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避免使用仿真不可部署的全局状态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12897E"/>
                </a:solidFill>
                <a:latin typeface="Microsoft YaHei"/>
              </a:rPr>
              <a:t>C2 双模态 gait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14884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11D residual + 1D z_g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连续混合 peristaltic / serpentine priors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后续做 fixed-gate / no-gate ablation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CC7722"/>
                </a:solidFill>
                <a:latin typeface="Microsoft YaHei"/>
              </a:rPr>
              <a:t>C3 有限包络全向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1488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flat 35-command nominal/robust strict scan 已有 accepted 证据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继续推进 mixed command 精度、sand/slope 迁移和实机验证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当前问题：训练不是没学会，而是物理包络和混合命令仍难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V90 通过 strict scan，但 mixed vx/vy 和 forward-yaw 仍会出现 planar exceed / off-axis exceed。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V91 延续同一课程后退化，说明继续堆训练步数不一定带来更好策略。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纯 yaw 命令容易诱发平移漂移或身体收缩成团；V92b/V93b 低 yaw 包络已把 yaw RMSE 降低到约 0.02 rad/s。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V93b 证明当前剩余核心不是 yaw RMSE，而是 robust mixed vx/vy 的方向符号。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V50 componentwise mixed-command composition 不是默认方向，实验显示会增加 planar sign failure。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正式论文还需要 fixed-gate/no-gate ablation、能耗/稳定性、sand/slope、实机数据。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50992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969B0"/>
                </a:solidFill>
                <a:latin typeface="Microsoft YaHei"/>
              </a:rPr>
              <a:t>训练策略：不要扩大命令域，先把可行包络内的方向符号、幅值、串扰和 yaw-only 稳定性打稳。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下一步计划：从 flat 可信结果走向论文闭环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62701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Acceptance evidence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用 V90 与 V92b final 录制正式高清视频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forward/reverse/lateral/yaw + continuous 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继续 mixed sign repair / gate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修 V92b/V93b robust 的 cmd=(0.05,0.075,0) 反向 vx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gate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fixed worm/mixed/snake, no-gate, learned gate, gate 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钢片/单向拉绳参数采集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力-位移、阶跃响应、IMU、摩擦、质量几何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sand/slope 迁移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flat 通过后再正式启动，增加 slip/contact 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实机部署预检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ABI fingerprint, deploy bundle, hardware log/video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导师讨论点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论文命名：建议用 finite-envelope command-conditioned multimodal planar locomotion，而不是直接 full omnidirectional。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是否接受“钢片高保真单节标定 + 全身等效弹簧训练”的两级建模路线？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目标期刊/会议要求决定实验深度：只做 flat/sand/slope 仿真，还是必须做实机三地形？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gate 是否作为核心贡献，需要 ablation 证明；否则只作为工程模块描述。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下一轮是否优先硬件参数采集，以减少 sim-to-real 质疑？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D676F"/>
                </a:solidFill>
                <a:latin typeface="Microsoft YaHei"/>
              </a:rPr>
              <a:t>附录/素材：PPT 输出目录包含视频链接清单、V90 scan 数据和文献来源列表。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References used for this update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 et al., Learning to Locomote with Deep Neural-Network and CPG-based Control in a Soft Snake Robot, arXiv:2001.04059, doi:10.48550/arXiv.2001.04059.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Liu, Onal &amp; Fu, Reinforcement Learning of CPG-regulated Locomotion Controller for a Soft Snake Robot, IEEE T-RO / arXiv:2207.04899, doi:10.1109/TRO.2023.3286046.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Liu, Onal &amp; Fu, Learning Contact-aware CPG-based Locomotion in a Soft Snake Robot, arXiv:2105.04608.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Shi, Dear &amp; Kelly, Deep Reinforcement Learning for Snake Robot Locomotion, IFAC-PapersOnLine 2020, doi:10.1016/j.ifacol.2020.12.2619.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Saga et al., Acquisition of earthworm-like movement patterns of many-segmented peristaltic crawling robots, International Journal of Advanced Robotic Systems 2016, doi:10.1177/1729881416657740.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Marvi et al., Sidewinding with minimal slip: Snake and robot ascent of sandy slopes, Science 2014, doi:10.1126/science.1255718.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Margolis et al., Rapid locomotion via reinforcement learning, IJRR 2024, doi:10.1177/02783649231224053.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Mitchell et al., Gaitor: Learning a Unified Representation Across Gaits for Real-World Quadruped Locomotion, arXiv:2405.19452.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Bing et al., Perception-Action Coupling Target Tracking Control for a Snake Robot via Reinforcement Learning, Frontiers in Neurorobotics 2020, doi:10.3389/fnbot.2020.591128.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